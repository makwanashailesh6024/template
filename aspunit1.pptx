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71B850-1785-40F8-9BC2-94EA88E927A9}" v="19" dt="2025-11-30T17:40:06.4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ilesh Makwana" userId="93e6afa46ab229b7" providerId="LiveId" clId="{254EC18C-FDC3-409E-8C3C-16C90B4A2815}"/>
    <pc:docChg chg="undo custSel addSld modSld">
      <pc:chgData name="Shailesh Makwana" userId="93e6afa46ab229b7" providerId="LiveId" clId="{254EC18C-FDC3-409E-8C3C-16C90B4A2815}" dt="2025-11-30T17:40:46.196" v="71" actId="12"/>
      <pc:docMkLst>
        <pc:docMk/>
      </pc:docMkLst>
      <pc:sldChg chg="modSp mod">
        <pc:chgData name="Shailesh Makwana" userId="93e6afa46ab229b7" providerId="LiveId" clId="{254EC18C-FDC3-409E-8C3C-16C90B4A2815}" dt="2025-11-30T17:28:24.939" v="24" actId="21"/>
        <pc:sldMkLst>
          <pc:docMk/>
          <pc:sldMk cId="485373260" sldId="257"/>
        </pc:sldMkLst>
        <pc:spChg chg="mod">
          <ac:chgData name="Shailesh Makwana" userId="93e6afa46ab229b7" providerId="LiveId" clId="{254EC18C-FDC3-409E-8C3C-16C90B4A2815}" dt="2025-11-30T17:28:24.939" v="24" actId="21"/>
          <ac:spMkLst>
            <pc:docMk/>
            <pc:sldMk cId="485373260" sldId="257"/>
            <ac:spMk id="3" creationId="{18E2735F-02AD-9BC1-7A97-668D3D8479D9}"/>
          </ac:spMkLst>
        </pc:spChg>
      </pc:sldChg>
      <pc:sldChg chg="modSp new mod">
        <pc:chgData name="Shailesh Makwana" userId="93e6afa46ab229b7" providerId="LiveId" clId="{254EC18C-FDC3-409E-8C3C-16C90B4A2815}" dt="2025-11-30T17:36:19.802" v="52" actId="113"/>
        <pc:sldMkLst>
          <pc:docMk/>
          <pc:sldMk cId="3928581148" sldId="258"/>
        </pc:sldMkLst>
        <pc:spChg chg="mod">
          <ac:chgData name="Shailesh Makwana" userId="93e6afa46ab229b7" providerId="LiveId" clId="{254EC18C-FDC3-409E-8C3C-16C90B4A2815}" dt="2025-11-30T17:30:08.346" v="27" actId="2711"/>
          <ac:spMkLst>
            <pc:docMk/>
            <pc:sldMk cId="3928581148" sldId="258"/>
            <ac:spMk id="2" creationId="{8734E151-3C9C-94A1-DD07-24CC32F4622A}"/>
          </ac:spMkLst>
        </pc:spChg>
        <pc:spChg chg="mod">
          <ac:chgData name="Shailesh Makwana" userId="93e6afa46ab229b7" providerId="LiveId" clId="{254EC18C-FDC3-409E-8C3C-16C90B4A2815}" dt="2025-11-30T17:36:19.802" v="52" actId="113"/>
          <ac:spMkLst>
            <pc:docMk/>
            <pc:sldMk cId="3928581148" sldId="258"/>
            <ac:spMk id="3" creationId="{4CD1F19B-A398-F839-FECC-1F5ABD2FC903}"/>
          </ac:spMkLst>
        </pc:spChg>
      </pc:sldChg>
      <pc:sldChg chg="modSp new mod">
        <pc:chgData name="Shailesh Makwana" userId="93e6afa46ab229b7" providerId="LiveId" clId="{254EC18C-FDC3-409E-8C3C-16C90B4A2815}" dt="2025-11-30T17:37:43.711" v="59" actId="12"/>
        <pc:sldMkLst>
          <pc:docMk/>
          <pc:sldMk cId="2002252694" sldId="259"/>
        </pc:sldMkLst>
        <pc:spChg chg="mod">
          <ac:chgData name="Shailesh Makwana" userId="93e6afa46ab229b7" providerId="LiveId" clId="{254EC18C-FDC3-409E-8C3C-16C90B4A2815}" dt="2025-11-30T17:37:01.136" v="57" actId="14100"/>
          <ac:spMkLst>
            <pc:docMk/>
            <pc:sldMk cId="2002252694" sldId="259"/>
            <ac:spMk id="2" creationId="{E48FEF6C-EEAC-B400-167E-3DEFBE16E93E}"/>
          </ac:spMkLst>
        </pc:spChg>
        <pc:spChg chg="mod">
          <ac:chgData name="Shailesh Makwana" userId="93e6afa46ab229b7" providerId="LiveId" clId="{254EC18C-FDC3-409E-8C3C-16C90B4A2815}" dt="2025-11-30T17:37:43.711" v="59" actId="12"/>
          <ac:spMkLst>
            <pc:docMk/>
            <pc:sldMk cId="2002252694" sldId="259"/>
            <ac:spMk id="3" creationId="{0056E2C5-5A77-D1E7-1B06-02071072D52D}"/>
          </ac:spMkLst>
        </pc:spChg>
      </pc:sldChg>
      <pc:sldChg chg="modSp new mod">
        <pc:chgData name="Shailesh Makwana" userId="93e6afa46ab229b7" providerId="LiveId" clId="{254EC18C-FDC3-409E-8C3C-16C90B4A2815}" dt="2025-11-30T17:40:46.196" v="71" actId="12"/>
        <pc:sldMkLst>
          <pc:docMk/>
          <pc:sldMk cId="3400142529" sldId="260"/>
        </pc:sldMkLst>
        <pc:spChg chg="mod">
          <ac:chgData name="Shailesh Makwana" userId="93e6afa46ab229b7" providerId="LiveId" clId="{254EC18C-FDC3-409E-8C3C-16C90B4A2815}" dt="2025-11-30T17:38:13.431" v="65" actId="2711"/>
          <ac:spMkLst>
            <pc:docMk/>
            <pc:sldMk cId="3400142529" sldId="260"/>
            <ac:spMk id="2" creationId="{5BE0780B-B28D-0FA4-56BD-C8FF0FF5C971}"/>
          </ac:spMkLst>
        </pc:spChg>
        <pc:spChg chg="mod">
          <ac:chgData name="Shailesh Makwana" userId="93e6afa46ab229b7" providerId="LiveId" clId="{254EC18C-FDC3-409E-8C3C-16C90B4A2815}" dt="2025-11-30T17:40:46.196" v="71" actId="12"/>
          <ac:spMkLst>
            <pc:docMk/>
            <pc:sldMk cId="3400142529" sldId="260"/>
            <ac:spMk id="3" creationId="{DBCEC0D7-07F6-2329-263A-73DF0FC5125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381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54074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2444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1794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6047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39529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3057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1814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73487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749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87460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001346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993562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605389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48647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7740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01085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40000"/>
                  <a:lumOff val="60000"/>
                  <a:alpha val="7000"/>
                </a:schemeClr>
              </a:gs>
              <a:gs pos="69000">
                <a:schemeClr val="bg2">
                  <a:lumMod val="40000"/>
                  <a:lumOff val="60000"/>
                  <a:alpha val="0"/>
                </a:schemeClr>
              </a:gs>
              <a:gs pos="36000">
                <a:schemeClr val="bg2">
                  <a:lumMod val="40000"/>
                  <a:lumOff val="6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A540F5B8-F1F2-43D4-8F21-E67E721DE57C}" type="datetimeFigureOut">
              <a:rPr lang="en-IN" smtClean="0"/>
              <a:t>30-11-2025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CB85CE-B96F-4D0F-9B3A-1CFDD6137F4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43710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711" r:id="rId15"/>
    <p:sldLayoutId id="2147483712" r:id="rId16"/>
    <p:sldLayoutId id="214748371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47231-D5F6-6C79-028E-EC95750CB1B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FCBC53-7574-2F60-339A-8834D5B4A5C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724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563D93-875C-A81D-2B57-D23C60B5E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8882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What is ASP.NET?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E2735F-02AD-9BC1-7A97-668D3D847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371600"/>
            <a:ext cx="8946541" cy="4876799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ASP.NET is a web application framework developed by Microsoft used to build.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Rockwell" panose="02060603020205020403" pitchFamily="18" charset="0"/>
              </a:rPr>
              <a:t>Websites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Rockwell" panose="02060603020205020403" pitchFamily="18" charset="0"/>
              </a:rPr>
              <a:t>Web applications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Rockwell" panose="02060603020205020403" pitchFamily="18" charset="0"/>
              </a:rPr>
              <a:t>Web services</a:t>
            </a:r>
          </a:p>
          <a:p>
            <a:pPr marL="0" indent="0">
              <a:buNone/>
            </a:pPr>
            <a:endParaRPr lang="en-IN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5373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34E151-3C9C-94A1-DD07-24CC32F462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Key Features of ASP.NET</a:t>
            </a:r>
            <a:endParaRPr lang="en-IN" dirty="0">
              <a:latin typeface="Rockwell" panose="02060603020205020403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D1F19B-A398-F839-FECC-1F5ABD2FC9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30594"/>
            <a:ext cx="8946541" cy="4817805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Server-Side Technology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Rockwell" panose="02060603020205020403" pitchFamily="18" charset="0"/>
              </a:rPr>
              <a:t>All code runs on the server.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Rockwell" panose="02060603020205020403" pitchFamily="18" charset="0"/>
              </a:rPr>
              <a:t>Browser only receives HTML/CSS/JS.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b="1" dirty="0">
                <a:latin typeface="Rockwell" panose="02060603020205020403" pitchFamily="18" charset="0"/>
              </a:rPr>
              <a:t>Client–Server Architecture in ASP.NET</a:t>
            </a:r>
          </a:p>
          <a:p>
            <a:pPr marL="0" indent="0">
              <a:buNone/>
            </a:pPr>
            <a:r>
              <a:rPr lang="en-US" b="1" dirty="0">
                <a:latin typeface="Rockwell" panose="02060603020205020403" pitchFamily="18" charset="0"/>
              </a:rPr>
              <a:t>Client (Front-End</a:t>
            </a:r>
            <a:r>
              <a:rPr lang="en-US" dirty="0">
                <a:latin typeface="Rockwell" panose="02060603020205020403" pitchFamily="18" charset="0"/>
              </a:rPr>
              <a:t>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User opens the website in a browser (Chrome, Edge, Firefox).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Browser sends an HTTP request to the server.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Client never executes C# code — it only runs HTML, CSS, JavaScript.</a:t>
            </a:r>
            <a:endParaRPr lang="en-IN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2858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FEF6C-EEAC-B400-167E-3DEFBE16E9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00895"/>
          </a:xfrm>
        </p:spPr>
        <p:txBody>
          <a:bodyPr/>
          <a:lstStyle/>
          <a:p>
            <a:r>
              <a:rPr lang="en-US" dirty="0">
                <a:latin typeface="Rockwell" panose="02060603020205020403" pitchFamily="18" charset="0"/>
              </a:rPr>
              <a:t>Key Features of ASP.NET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56E2C5-5A77-D1E7-1B06-02071072D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74840"/>
            <a:ext cx="8946541" cy="4773560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Server (Back-End)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Rockwell" panose="02060603020205020403" pitchFamily="18" charset="0"/>
              </a:rPr>
              <a:t>ASP.NET provides the server-side logic: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Rockwell" panose="02060603020205020403" pitchFamily="18" charset="0"/>
              </a:rPr>
              <a:t>C# code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Rockwell" panose="02060603020205020403" pitchFamily="18" charset="0"/>
              </a:rPr>
              <a:t>Controllers (MVC)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Rockwell" panose="02060603020205020403" pitchFamily="18" charset="0"/>
              </a:rPr>
              <a:t>ASPX page code-behind (Web Forms)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Rockwell" panose="02060603020205020403" pitchFamily="18" charset="0"/>
              </a:rPr>
              <a:t>Business logic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dirty="0">
                <a:latin typeface="Rockwell" panose="02060603020205020403" pitchFamily="18" charset="0"/>
              </a:rPr>
              <a:t>Database operations</a:t>
            </a:r>
          </a:p>
        </p:txBody>
      </p:sp>
    </p:spTree>
    <p:extLst>
      <p:ext uri="{BB962C8B-B14F-4D97-AF65-F5344CB8AC3E}">
        <p14:creationId xmlns:p14="http://schemas.microsoft.com/office/powerpoint/2010/main" val="20022526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0780B-B28D-0FA4-56BD-C8FF0FF5C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92624"/>
          </a:xfrm>
        </p:spPr>
        <p:txBody>
          <a:bodyPr/>
          <a:lstStyle/>
          <a:p>
            <a:r>
              <a:rPr lang="en-IN" dirty="0">
                <a:latin typeface="Rockwell" panose="02060603020205020403" pitchFamily="18" charset="0"/>
              </a:rPr>
              <a:t>Database Server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EC0D7-07F6-2329-263A-73DF0FC51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1445342"/>
            <a:ext cx="8946541" cy="4803057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SQL Server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MySQL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Oracle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MongoDB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dirty="0">
                <a:latin typeface="Rockwell" panose="02060603020205020403" pitchFamily="18" charset="0"/>
              </a:rPr>
              <a:t>An Application Web Server is a server that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Hosts web applications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Processes client requests (HTTP/HTTPS)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Executes business logic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Interacts with a database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dirty="0">
                <a:latin typeface="Rockwell" panose="02060603020205020403" pitchFamily="18" charset="0"/>
              </a:rPr>
              <a:t>Sends responses back to the client</a:t>
            </a:r>
            <a:endParaRPr lang="en-IN" dirty="0">
              <a:latin typeface="Rockwell" panose="020606030202050204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014252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BACC050B-8757-4460-95D8-E37B46A6B42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16</TotalTime>
  <Words>176</Words>
  <Application>Microsoft Office PowerPoint</Application>
  <PresentationFormat>Widescreen</PresentationFormat>
  <Paragraphs>33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Arial</vt:lpstr>
      <vt:lpstr>Century Gothic</vt:lpstr>
      <vt:lpstr>Rockwell</vt:lpstr>
      <vt:lpstr>Wingdings</vt:lpstr>
      <vt:lpstr>Wingdings 3</vt:lpstr>
      <vt:lpstr>Ion</vt:lpstr>
      <vt:lpstr>PowerPoint Presentation</vt:lpstr>
      <vt:lpstr>What is ASP.NET?</vt:lpstr>
      <vt:lpstr>Key Features of ASP.NET</vt:lpstr>
      <vt:lpstr>Key Features of ASP.NET</vt:lpstr>
      <vt:lpstr>Database Server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Shailesh Makwana</dc:creator>
  <cp:lastModifiedBy>Shailesh Makwana</cp:lastModifiedBy>
  <cp:revision>1</cp:revision>
  <dcterms:created xsi:type="dcterms:W3CDTF">2025-11-30T17:24:21Z</dcterms:created>
  <dcterms:modified xsi:type="dcterms:W3CDTF">2025-11-30T17:40:47Z</dcterms:modified>
</cp:coreProperties>
</file>